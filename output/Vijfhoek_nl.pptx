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9BCF"/>
    <a:srgbClr val="F6952B"/>
    <a:srgbClr val="61B648"/>
    <a:srgbClr val="FD6664"/>
    <a:srgbClr val="FED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9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5E8B4-8014-4F41-92DD-55ADAE30668B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8A1C7-78A5-49BB-91F8-163B0482F9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99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A1946-D6BF-13B6-2432-62459A646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6E73CC0-CEE1-5F6F-FC4D-56EEE7CDE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9644CAB-7055-22CF-A218-FADF3224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F69EAB-A9FD-9CC2-22A7-0919578F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75FB8C-6E28-3D73-F3D7-D3BCAB20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457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B6BCA-0D7E-FBE1-251D-673671F2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510C32-0C81-16DC-85F3-D24C6851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B9D267-23F6-C30C-F5EC-FF5AC40C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3EA9E28-F15F-4287-62EA-60389906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6DAD9E1-F2FA-5F37-30E1-B7EBA8E8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133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FCDC0-7709-D3AB-5C92-649F0BC9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63A949-8AAD-3036-02E2-301F53D1A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31A6076-F316-F58F-CC1D-AD5C2CFB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603310-BE94-6009-4F98-B763A7A0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78DFD8-63F4-D4DB-99FC-4C0ABBA5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636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2F6848-CCF5-D98B-4A0E-E2D7FCB4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2C07846-6DDC-1A74-E05E-E18555375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BB2908D-D54B-FA1A-F884-5B7A3A144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12CB14F-F00A-521E-64E7-EEC8A6DD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5EED4DE-838B-AF41-372B-C7FE7994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E9E21D5-684D-CCFD-5169-9FBF514F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43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2FF02B-8423-4C62-CCC9-A423B6C3B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3C475A-6FD1-BB17-F55A-D585EF010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E73F1C-155D-60AA-C904-D49A0D1A7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EAE3AF4-8D83-69B5-EF75-41894E147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E4F63AB-D1DE-C582-BCA1-6D114C6BB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E70FF12-9B9E-8478-B591-14B85A36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FB57211-685F-AB3D-3E17-CF050590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6A276F3-6F82-97CF-24B9-58F1278A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182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48C87-E6D5-0FE8-AC3C-12868DA6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E0CB7A6-F6F5-D062-F108-473A2A08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047C2A2-BEE8-E021-AACD-C475B90E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00C9B0F-5E36-864B-D624-F09359F3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452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39338C-FD07-467E-C72E-41FB1DE3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1122BBA-C1DE-2105-EA9D-26D0963E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FFFE05-BD30-FF65-09EE-D41EADA2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  <p:pic>
        <p:nvPicPr>
          <p:cNvPr id="5" name="Afbeelding 4" descr="Afbeelding met ontwerp&#10;&#10;Door AI gegenereerde inhoud is mogelijk onjuist.">
            <a:extLst>
              <a:ext uri="{FF2B5EF4-FFF2-40B4-BE49-F238E27FC236}">
                <a16:creationId xmlns:a16="http://schemas.microsoft.com/office/drawing/2014/main" id="{53793CA9-CE4A-357A-F1CC-C2B0AEFD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581" y="254988"/>
            <a:ext cx="5987375" cy="5987375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F4B0B6FF-0903-5ACF-6546-BD19B6BDF9CD}"/>
              </a:ext>
            </a:extLst>
          </p:cNvPr>
          <p:cNvSpPr txBox="1"/>
          <p:nvPr userDrawn="1"/>
        </p:nvSpPr>
        <p:spPr>
          <a:xfrm>
            <a:off x="4792493" y="2762654"/>
            <a:ext cx="27943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DigComp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74D6255-F02C-B2C4-43BA-05F8FF15E722}"/>
              </a:ext>
            </a:extLst>
          </p:cNvPr>
          <p:cNvSpPr txBox="1"/>
          <p:nvPr userDrawn="1"/>
        </p:nvSpPr>
        <p:spPr>
          <a:xfrm>
            <a:off x="4535852" y="1443767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5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7F3529A-891F-DAB8-3D4C-C5E752085D39}"/>
              </a:ext>
            </a:extLst>
          </p:cNvPr>
          <p:cNvSpPr txBox="1"/>
          <p:nvPr userDrawn="1"/>
        </p:nvSpPr>
        <p:spPr>
          <a:xfrm>
            <a:off x="5839359" y="5097293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3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538889E-CC43-7FE7-2294-485ECBA9A52E}"/>
              </a:ext>
            </a:extLst>
          </p:cNvPr>
          <p:cNvSpPr txBox="1"/>
          <p:nvPr userDrawn="1"/>
        </p:nvSpPr>
        <p:spPr>
          <a:xfrm>
            <a:off x="7884454" y="3660843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2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9E5A1D0A-704A-5A9B-6668-2DD7D8EB33E6}"/>
              </a:ext>
            </a:extLst>
          </p:cNvPr>
          <p:cNvSpPr txBox="1"/>
          <p:nvPr userDrawn="1"/>
        </p:nvSpPr>
        <p:spPr>
          <a:xfrm>
            <a:off x="7169854" y="1443768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1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6E870ADE-4300-3164-8E05-40316487895C}"/>
              </a:ext>
            </a:extLst>
          </p:cNvPr>
          <p:cNvSpPr txBox="1"/>
          <p:nvPr userDrawn="1"/>
        </p:nvSpPr>
        <p:spPr>
          <a:xfrm>
            <a:off x="3873767" y="3660843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8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3927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B00F4-CC31-3FF3-3EC4-71BE7407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F18850-41C4-6C27-E073-747D2E1D1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8625890-B41F-2006-A7B0-49A918D80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236E6C2-455F-0714-6D69-86B3389E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4742F8F-F46B-CBEC-DA88-BE6079F3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FA28E1E-CF0F-5C8A-047A-3C5435E1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588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FF99E-B9D3-2A47-27A9-29F32314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8F800A0-D022-BBF9-5BE4-9661C3D41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3688E80-00AC-556E-2B96-BD587E93A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5F5F8B-D7D7-A79E-8442-86EF2C45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8151E16-EAEA-3719-1451-49163DFD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D80A905-092D-C216-F6AE-6A448185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111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4BA0E-BD93-D2FE-B821-0BDC6ED6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41D293-C6E5-5AF6-3F4A-6AE062E0E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7E8D2F5-66E8-9152-46B9-88025234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595517C-88D1-F610-EEEE-D03773C0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507C4D-56DD-096D-9102-1A95CE94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525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93314C5-0DF2-84B0-B9DD-4FC4860CF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60024F3-E275-5BF1-6D5A-926597421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C27452D-DC81-AF3A-6143-9D5C4B9E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03DB2A-ACF5-CE18-3606-8A0CF15A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DB8FBC-8955-4BE8-9081-A627D8C4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16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1036B9-3603-9475-6AFA-50BA9D5E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F4F7CD-EB57-EF41-4BD7-FDE819C3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CC6791-0629-BA82-D5B4-C8E8532E0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E151C-A6F8-485A-9EB5-E81D37D6C3E2}" type="datetimeFigureOut">
              <a:rPr lang="nl-NL" smtClean="0"/>
              <a:t>11-1-2026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AC6F00-1407-C097-261D-601C4D17A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E36020-8FD9-2836-D601-FDEAB9864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E8B69-B04B-4967-B7BF-FA36C968C80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19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kstvak 11">
            <a:extLst>
              <a:ext uri="{FF2B5EF4-FFF2-40B4-BE49-F238E27FC236}">
                <a16:creationId xmlns:a16="http://schemas.microsoft.com/office/drawing/2014/main" id="{D44AC417-D14B-4672-4F92-961F3F59561C}"/>
              </a:ext>
            </a:extLst>
          </p:cNvPr>
          <p:cNvSpPr txBox="1"/>
          <p:nvPr/>
        </p:nvSpPr>
        <p:spPr>
          <a:xfrm rot="2090429">
            <a:off x="7034143" y="706119"/>
            <a:ext cx="2141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b="1" dirty="0">
                <a:solidFill>
                  <a:srgbClr val="FED93C"/>
                </a:solidFill>
              </a:rPr>
              <a:t>Informatie zoeken,</a:t>
            </a:r>
          </a:p>
          <a:p>
            <a:pPr algn="ctr"/>
            <a:r>
              <a:rPr lang="nl-NL" b="1" dirty="0">
                <a:solidFill>
                  <a:srgbClr val="FED93C"/>
                </a:solidFill>
              </a:rPr>
              <a:t>evalueren en</a:t>
            </a:r>
            <a:br>
              <a:rPr lang="nl-NL" b="1" dirty="0">
                <a:solidFill>
                  <a:srgbClr val="FED93C"/>
                </a:solidFill>
              </a:rPr>
            </a:br>
            <a:r>
              <a:rPr lang="nl-NL" b="1" dirty="0">
                <a:solidFill>
                  <a:srgbClr val="FED93C"/>
                </a:solidFill>
              </a:rPr>
              <a:t>beheren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DBAED1A2-45EB-F00A-CD84-606E88A009B4}"/>
              </a:ext>
            </a:extLst>
          </p:cNvPr>
          <p:cNvSpPr txBox="1"/>
          <p:nvPr/>
        </p:nvSpPr>
        <p:spPr>
          <a:xfrm rot="19509571" flipH="1">
            <a:off x="3057620" y="920127"/>
            <a:ext cx="2531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b="1" dirty="0">
                <a:solidFill>
                  <a:srgbClr val="FD6664"/>
                </a:solidFill>
              </a:rPr>
              <a:t>Probleemidentificatie,</a:t>
            </a:r>
            <a:br>
              <a:rPr lang="nl-NL" b="1" dirty="0">
                <a:solidFill>
                  <a:srgbClr val="FD6664"/>
                </a:solidFill>
              </a:rPr>
            </a:br>
            <a:r>
              <a:rPr lang="nl-NL" b="1" dirty="0">
                <a:solidFill>
                  <a:srgbClr val="FD6664"/>
                </a:solidFill>
              </a:rPr>
              <a:t>en -oplossing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6F59253-6084-E768-E457-343CB58C0AB3}"/>
              </a:ext>
            </a:extLst>
          </p:cNvPr>
          <p:cNvSpPr txBox="1"/>
          <p:nvPr/>
        </p:nvSpPr>
        <p:spPr>
          <a:xfrm rot="4340579" flipH="1">
            <a:off x="2027400" y="3945841"/>
            <a:ext cx="2639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b="1" dirty="0">
                <a:solidFill>
                  <a:srgbClr val="61B648"/>
                </a:solidFill>
              </a:rPr>
              <a:t>Veiligheid, welzijn</a:t>
            </a:r>
            <a:br>
              <a:rPr lang="nl-NL" b="1" dirty="0">
                <a:solidFill>
                  <a:srgbClr val="61B648"/>
                </a:solidFill>
              </a:rPr>
            </a:br>
            <a:r>
              <a:rPr lang="nl-NL" b="1" dirty="0">
                <a:solidFill>
                  <a:srgbClr val="61B648"/>
                </a:solidFill>
              </a:rPr>
              <a:t>en verantwoord gebruik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E74A8AF1-2A6A-3716-2BA9-6C23CBD9581E}"/>
              </a:ext>
            </a:extLst>
          </p:cNvPr>
          <p:cNvSpPr txBox="1"/>
          <p:nvPr/>
        </p:nvSpPr>
        <p:spPr>
          <a:xfrm rot="17303610" flipH="1">
            <a:off x="7833582" y="4091758"/>
            <a:ext cx="205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b="1" dirty="0">
                <a:solidFill>
                  <a:srgbClr val="5D9BCF"/>
                </a:solidFill>
              </a:rPr>
              <a:t>Communicatie en</a:t>
            </a:r>
            <a:br>
              <a:rPr lang="nl-NL" b="1" dirty="0">
                <a:solidFill>
                  <a:srgbClr val="5D9BCF"/>
                </a:solidFill>
              </a:rPr>
            </a:br>
            <a:r>
              <a:rPr lang="nl-NL" b="1" dirty="0">
                <a:solidFill>
                  <a:srgbClr val="5D9BCF"/>
                </a:solidFill>
              </a:rPr>
              <a:t>samenwerking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AEFE462-1DD8-E038-2039-E03806BC6933}"/>
              </a:ext>
            </a:extLst>
          </p:cNvPr>
          <p:cNvSpPr txBox="1"/>
          <p:nvPr/>
        </p:nvSpPr>
        <p:spPr>
          <a:xfrm flipH="1">
            <a:off x="5311584" y="5904346"/>
            <a:ext cx="177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b="1" dirty="0">
                <a:solidFill>
                  <a:srgbClr val="F6952B"/>
                </a:solidFill>
              </a:rPr>
              <a:t>Contentcreatie</a:t>
            </a:r>
          </a:p>
        </p:txBody>
      </p:sp>
    </p:spTree>
    <p:extLst>
      <p:ext uri="{BB962C8B-B14F-4D97-AF65-F5344CB8AC3E}">
        <p14:creationId xmlns:p14="http://schemas.microsoft.com/office/powerpoint/2010/main" val="423701374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</Words>
  <Application>Microsoft Office PowerPoint</Application>
  <PresentationFormat>Breedbeeld</PresentationFormat>
  <Paragraphs>6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Gorissen</dc:creator>
  <cp:lastModifiedBy>Pierre Gorissen</cp:lastModifiedBy>
  <cp:revision>2</cp:revision>
  <dcterms:created xsi:type="dcterms:W3CDTF">2026-01-11T16:31:42Z</dcterms:created>
  <dcterms:modified xsi:type="dcterms:W3CDTF">2026-01-11T16:40:42Z</dcterms:modified>
</cp:coreProperties>
</file>